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8" roundtripDataSignature="AMtx7mjgh1jM7MgOFpqpAh6ulZB/97Uk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8CA39C7-F734-4E94-9015-CB5350407C09}">
  <a:tblStyle styleId="{B8CA39C7-F734-4E94-9015-CB5350407C0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customschemas.google.com/relationships/presentationmetadata" Target="meta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"/>
          <p:cNvSpPr txBox="1"/>
          <p:nvPr>
            <p:ph type="title"/>
          </p:nvPr>
        </p:nvSpPr>
        <p:spPr>
          <a:xfrm>
            <a:off x="1019449" y="303310"/>
            <a:ext cx="5288045" cy="4437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IN" sz="2800"/>
              <a:t>Exception Handling:</a:t>
            </a:r>
            <a:endParaRPr sz="2800"/>
          </a:p>
        </p:txBody>
      </p:sp>
      <p:sp>
        <p:nvSpPr>
          <p:cNvPr id="89" name="Google Shape;89;p2"/>
          <p:cNvSpPr txBox="1"/>
          <p:nvPr/>
        </p:nvSpPr>
        <p:spPr>
          <a:xfrm>
            <a:off x="893405" y="1526929"/>
            <a:ext cx="8614500" cy="48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What is exception: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exception in java programming is an abnormal situation that is </a:t>
            </a: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raised </a:t>
            </a: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during the program execution. In simple words, an exception is a problem that arises at the time of program execution.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Reasons for Exception Occurrence: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Several reasons lead to the occurrence of an exception. A few of them are as follows.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we try to open a file that does not exist may lead to an exception.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the user enters invalid input data, it may lead to an exception.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a network connection has lost during the program execution may lead to an exception.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we try to access the memory beyond the allocated range may lead to an exception. </a:t>
            </a:r>
            <a:r>
              <a:rPr b="0" i="0" lang="en-IN" sz="1800" u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	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/>
          <p:nvPr>
            <p:ph type="title"/>
          </p:nvPr>
        </p:nvSpPr>
        <p:spPr>
          <a:xfrm>
            <a:off x="1019449" y="303310"/>
            <a:ext cx="5288045" cy="4437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IN" sz="2800"/>
              <a:t>Exception Handling:</a:t>
            </a:r>
            <a:endParaRPr sz="2800"/>
          </a:p>
        </p:txBody>
      </p:sp>
      <p:sp>
        <p:nvSpPr>
          <p:cNvPr id="95" name="Google Shape;95;p3"/>
          <p:cNvSpPr txBox="1"/>
          <p:nvPr/>
        </p:nvSpPr>
        <p:spPr>
          <a:xfrm>
            <a:off x="893405" y="1526929"/>
            <a:ext cx="8614489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exception handling </a:t>
            </a: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the mechanism to handle the runtime errors to maintain the normal flow of the application.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Exception normally disrupts the normal flow of the application that is why we use exception handling.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	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"/>
          <p:cNvSpPr txBox="1"/>
          <p:nvPr>
            <p:ph type="title"/>
          </p:nvPr>
        </p:nvSpPr>
        <p:spPr>
          <a:xfrm>
            <a:off x="1019449" y="303310"/>
            <a:ext cx="5288045" cy="4437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IN" sz="2800"/>
              <a:t>Cont..</a:t>
            </a:r>
            <a:endParaRPr sz="2800"/>
          </a:p>
        </p:txBody>
      </p:sp>
      <p:sp>
        <p:nvSpPr>
          <p:cNvPr id="101" name="Google Shape;101;p4"/>
          <p:cNvSpPr txBox="1"/>
          <p:nvPr/>
        </p:nvSpPr>
        <p:spPr>
          <a:xfrm>
            <a:off x="746449" y="1017038"/>
            <a:ext cx="9694506" cy="5078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Fundamentals of exception handling: -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java, the exception handling mechanism uses five keywords namely try, catch, finally, throw, and throws.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keyword </a:t>
            </a: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try</a:t>
            </a: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used to define a block of code that will be tests the occurence of an exception.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keyword </a:t>
            </a: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catch</a:t>
            </a: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used to define a block of code that handles the exception occured in the respective try block.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finally</a:t>
            </a: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block always executes, whether an exception occurs or not, and is used for cleanup tasks like closing files or connections.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</a:t>
            </a: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throw </a:t>
            </a: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keyword in Java is used to </a:t>
            </a: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manually trigger an exception</a:t>
            </a: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throws</a:t>
            </a: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keyword specifies the exceptions that a method can throw to the default handler and does not handle itself. That means when we need a method to throw an exception automatically, we use throws keyword followed by method declaration. </a:t>
            </a:r>
            <a:endParaRPr b="0" i="0" sz="1800" u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	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"/>
          <p:cNvSpPr txBox="1"/>
          <p:nvPr>
            <p:ph type="title"/>
          </p:nvPr>
        </p:nvSpPr>
        <p:spPr>
          <a:xfrm>
            <a:off x="954134" y="350605"/>
            <a:ext cx="7256804" cy="4437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IN" sz="2800"/>
              <a:t>The general form of an exception handling block </a:t>
            </a:r>
            <a:endParaRPr sz="2800"/>
          </a:p>
        </p:txBody>
      </p:sp>
      <p:sp>
        <p:nvSpPr>
          <p:cNvPr id="107" name="Google Shape;107;p5"/>
          <p:cNvSpPr txBox="1"/>
          <p:nvPr/>
        </p:nvSpPr>
        <p:spPr>
          <a:xfrm>
            <a:off x="954134" y="1582340"/>
            <a:ext cx="8614489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try{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block of code to monitor for errors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Catch(ExceptionType1 exOb){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//exception handler for Exception type1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Catch(ExceptionType2 exOb){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//exception handler for Exception type2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finally{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block of code to be executed after try block ends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 </a:t>
            </a:r>
            <a:endParaRPr b="0" i="0" sz="2400" u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"/>
          <p:cNvSpPr txBox="1"/>
          <p:nvPr>
            <p:ph type="title"/>
          </p:nvPr>
        </p:nvSpPr>
        <p:spPr>
          <a:xfrm>
            <a:off x="954134" y="350604"/>
            <a:ext cx="7256804" cy="4437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IN" sz="2800"/>
              <a:t>Types of Exceptions</a:t>
            </a:r>
            <a:endParaRPr b="1" sz="2800"/>
          </a:p>
        </p:txBody>
      </p:sp>
      <p:sp>
        <p:nvSpPr>
          <p:cNvPr id="113" name="Google Shape;113;p6"/>
          <p:cNvSpPr txBox="1"/>
          <p:nvPr/>
        </p:nvSpPr>
        <p:spPr>
          <a:xfrm>
            <a:off x="954134" y="1582340"/>
            <a:ext cx="8759033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java, exceptions have categorized into two types, and they are as follows.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Checked Exception</a:t>
            </a: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s- An exception that is checked by the compiler at the time of compilation are called checked exceptions.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Unchecked Exceptions </a:t>
            </a: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An exception that cannot be caught by the compiler but occurs at the time of program executions are called unchecked exceptions. </a:t>
            </a:r>
            <a:endParaRPr b="1" i="0" sz="2400" u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"/>
          <p:cNvSpPr txBox="1"/>
          <p:nvPr>
            <p:ph type="title"/>
          </p:nvPr>
        </p:nvSpPr>
        <p:spPr>
          <a:xfrm>
            <a:off x="954134" y="319826"/>
            <a:ext cx="7256804" cy="505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IN" sz="3200"/>
              <a:t>Uncaught Exceptions in Java:- </a:t>
            </a:r>
            <a:endParaRPr b="1" sz="3200"/>
          </a:p>
        </p:txBody>
      </p:sp>
      <p:sp>
        <p:nvSpPr>
          <p:cNvPr id="119" name="Google Shape;119;p7"/>
          <p:cNvSpPr txBox="1"/>
          <p:nvPr/>
        </p:nvSpPr>
        <p:spPr>
          <a:xfrm>
            <a:off x="954134" y="1582340"/>
            <a:ext cx="8759033" cy="415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uncaught exceptions are the exceptions that are not caught by the compiler but automatically caught and handled by the Java built-in exception handler.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JVM’s default exception handler prints the error message and terminates the thread.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Java provides a strong exception handling mechanism using keywords like </a:t>
            </a:r>
            <a:r>
              <a:rPr b="1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try, catch, finally, throw, and throws</a:t>
            </a: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handle such situations.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"/>
          <p:cNvSpPr txBox="1"/>
          <p:nvPr>
            <p:ph type="title"/>
          </p:nvPr>
        </p:nvSpPr>
        <p:spPr>
          <a:xfrm>
            <a:off x="954134" y="319826"/>
            <a:ext cx="7256804" cy="505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IN" sz="3200"/>
              <a:t>Ex:-</a:t>
            </a:r>
            <a:endParaRPr b="1" sz="3200"/>
          </a:p>
        </p:txBody>
      </p:sp>
      <p:sp>
        <p:nvSpPr>
          <p:cNvPr id="125" name="Google Shape;125;p8"/>
          <p:cNvSpPr txBox="1"/>
          <p:nvPr/>
        </p:nvSpPr>
        <p:spPr>
          <a:xfrm>
            <a:off x="954134" y="1582340"/>
            <a:ext cx="8759033" cy="347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UncaughtExceptionExample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public static void main(String args[])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int x = 15, y = 0, z;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z = x / y;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System.out.println(z);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Exception in thread "main" java.lang.ArithmeticException: / by zero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        at UncaughtExceptionExample.main(UncaughtExceptionExample.java:4)</a:t>
            </a:r>
            <a:endParaRPr sz="2000">
              <a:solidFill>
                <a:srgbClr val="2E75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"/>
          <p:cNvSpPr txBox="1"/>
          <p:nvPr>
            <p:ph type="title"/>
          </p:nvPr>
        </p:nvSpPr>
        <p:spPr>
          <a:xfrm>
            <a:off x="954134" y="381381"/>
            <a:ext cx="7256804" cy="3821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lang="en-IN" sz="2400"/>
              <a:t>Handle the Exception using Try ,Catch and Finally:</a:t>
            </a:r>
            <a:endParaRPr b="1" sz="2400"/>
          </a:p>
        </p:txBody>
      </p:sp>
      <p:sp>
        <p:nvSpPr>
          <p:cNvPr id="131" name="Google Shape;131;p9"/>
          <p:cNvSpPr txBox="1"/>
          <p:nvPr/>
        </p:nvSpPr>
        <p:spPr>
          <a:xfrm>
            <a:off x="954134" y="1087817"/>
            <a:ext cx="8759033" cy="5570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class ExceptionExample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public static void main(String args[])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    int x = 15, y = 0, z;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    try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        z = x / y;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        System.out.println(z);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    }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    catch (ArithmeticException ae)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        System.out.println(ae);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    }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    finally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        System.out.println("finally block is executed always");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  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}        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600" u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Output:-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E4E79"/>
                </a:solidFill>
                <a:latin typeface="Cambria"/>
                <a:ea typeface="Cambria"/>
                <a:cs typeface="Cambria"/>
                <a:sym typeface="Cambria"/>
              </a:rPr>
              <a:t>java.lang.ArithmeticException: / by zero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E4E79"/>
                </a:solidFill>
                <a:latin typeface="Cambria"/>
                <a:ea typeface="Cambria"/>
                <a:cs typeface="Cambria"/>
                <a:sym typeface="Cambria"/>
              </a:rPr>
              <a:t>finally block is executed always</a:t>
            </a:r>
            <a:endParaRPr i="0" sz="1600" u="none" strike="noStrike">
              <a:solidFill>
                <a:srgbClr val="1E4E79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"/>
          <p:cNvSpPr txBox="1"/>
          <p:nvPr>
            <p:ph type="title"/>
          </p:nvPr>
        </p:nvSpPr>
        <p:spPr>
          <a:xfrm>
            <a:off x="954134" y="319825"/>
            <a:ext cx="7256804" cy="505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IN" sz="3200"/>
              <a:t>Multiple catch clauses</a:t>
            </a:r>
            <a:endParaRPr b="1" sz="3200"/>
          </a:p>
        </p:txBody>
      </p:sp>
      <p:sp>
        <p:nvSpPr>
          <p:cNvPr id="137" name="Google Shape;137;p10"/>
          <p:cNvSpPr txBox="1"/>
          <p:nvPr/>
        </p:nvSpPr>
        <p:spPr>
          <a:xfrm>
            <a:off x="954134" y="1703638"/>
            <a:ext cx="9132258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java programming language, a try block may has one or more number of catch blocks. That means a single try statement can have multiple catch clauses.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a try block has more than one catch block, each catch block must contain a different exception type to be handled. </a:t>
            </a:r>
            <a:endParaRPr sz="2400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"/>
          <p:cNvSpPr txBox="1"/>
          <p:nvPr>
            <p:ph type="title"/>
          </p:nvPr>
        </p:nvSpPr>
        <p:spPr>
          <a:xfrm>
            <a:off x="954134" y="319825"/>
            <a:ext cx="7256804" cy="505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IN" sz="3200"/>
              <a:t>Ex:-</a:t>
            </a:r>
            <a:endParaRPr b="1" sz="3200"/>
          </a:p>
        </p:txBody>
      </p:sp>
      <p:sp>
        <p:nvSpPr>
          <p:cNvPr id="143" name="Google Shape;143;p11"/>
          <p:cNvSpPr txBox="1"/>
          <p:nvPr/>
        </p:nvSpPr>
        <p:spPr>
          <a:xfrm>
            <a:off x="954134" y="1171793"/>
            <a:ext cx="9132258" cy="51706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public class MultipleCatch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public static void main(String[] args)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try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    int a[] = new int[5];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    a[5] = 30 / 0;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}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catch (ArithmeticException e)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    System.out.println("Arithmetic Exception occurs");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}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catch (ArrayIndexOutOfBoundsException e)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    System.out.println("ArrayIndexOutOfBounds Exception occurs");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}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catch (Exception e)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    System.out.println("Parent Exception occurs");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System.out.println("Remaining code gets executed");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Output:-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Arithmetic Exception occurs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Remaining code gets executed</a:t>
            </a:r>
            <a:endParaRPr sz="1400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"/>
          <p:cNvSpPr txBox="1"/>
          <p:nvPr>
            <p:ph type="title"/>
          </p:nvPr>
        </p:nvSpPr>
        <p:spPr>
          <a:xfrm>
            <a:off x="954134" y="319825"/>
            <a:ext cx="7256804" cy="505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IN" sz="3200"/>
              <a:t>Ex:-</a:t>
            </a:r>
            <a:endParaRPr b="1" sz="3200"/>
          </a:p>
        </p:txBody>
      </p:sp>
      <p:sp>
        <p:nvSpPr>
          <p:cNvPr id="149" name="Google Shape;149;p12"/>
          <p:cNvSpPr txBox="1"/>
          <p:nvPr/>
        </p:nvSpPr>
        <p:spPr>
          <a:xfrm>
            <a:off x="954134" y="1171793"/>
            <a:ext cx="9132258" cy="51706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public class MultipleCatch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public static void main(String[] args)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try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    int a[] = new int[5];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    a[5] = 30 / 0;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}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catch (ArithmeticException e)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    System.out.println("Arithmetic Exception occurs");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}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catch (ArrayIndexOutOfBoundsException e)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    System.out.println("ArrayIndexOutOfBounds Exception occurs");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}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catch (Exception e)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    System.out.println("Parent Exception occurs");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System.out.println("Remaining code gets executed");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Output:-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Arithmetic Exception occurs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Remaining code gets executed</a:t>
            </a:r>
            <a:endParaRPr sz="1400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3"/>
          <p:cNvSpPr txBox="1"/>
          <p:nvPr>
            <p:ph type="title"/>
          </p:nvPr>
        </p:nvSpPr>
        <p:spPr>
          <a:xfrm>
            <a:off x="954134" y="319825"/>
            <a:ext cx="7256804" cy="505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IN" sz="3200"/>
              <a:t>What is a Stream</a:t>
            </a:r>
            <a:endParaRPr b="1" sz="3200"/>
          </a:p>
        </p:txBody>
      </p:sp>
      <p:sp>
        <p:nvSpPr>
          <p:cNvPr id="155" name="Google Shape;155;p13"/>
          <p:cNvSpPr txBox="1"/>
          <p:nvPr/>
        </p:nvSpPr>
        <p:spPr>
          <a:xfrm>
            <a:off x="954134" y="1171793"/>
            <a:ext cx="9132258" cy="27699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1"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stream</a:t>
            </a: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a sequence (flow) of data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Streams are divided into two types: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N"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🔹</a:t>
            </a: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1. Byte Streams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N"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🔸</a:t>
            </a: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2. Character Streams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4"/>
          <p:cNvSpPr txBox="1"/>
          <p:nvPr>
            <p:ph type="title"/>
          </p:nvPr>
        </p:nvSpPr>
        <p:spPr>
          <a:xfrm>
            <a:off x="954134" y="319826"/>
            <a:ext cx="7256804" cy="505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IN" sz="3200"/>
              <a:t>1. Byte Streams </a:t>
            </a:r>
            <a:endParaRPr b="1" sz="3200"/>
          </a:p>
        </p:txBody>
      </p:sp>
      <p:sp>
        <p:nvSpPr>
          <p:cNvPr id="161" name="Google Shape;161;p14"/>
          <p:cNvSpPr txBox="1"/>
          <p:nvPr/>
        </p:nvSpPr>
        <p:spPr>
          <a:xfrm>
            <a:off x="954134" y="1069156"/>
            <a:ext cx="9132258" cy="5355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Used to handle </a:t>
            </a:r>
            <a:r>
              <a:rPr b="1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raw binary data </a:t>
            </a: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(e.g., images, audio, files). 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Superclass: </a:t>
            </a: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InputStream and OutputStream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FileInputStream 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Reads </a:t>
            </a:r>
            <a:r>
              <a:rPr b="1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raw bytes </a:t>
            </a: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a file. 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Best for reading binary files like images or videos.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Methods: 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 read() // reads one byte 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 read(byte[] b) // reads multiple bytes 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void close()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Example:-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FileInputStream fis = new FileInputStream("file.txt");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 data = fis.read();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while(data != -1) {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System.out.print((char) data);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= fis.read();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fis.close(); </a:t>
            </a:r>
            <a:endParaRPr sz="1400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5"/>
          <p:cNvSpPr txBox="1"/>
          <p:nvPr>
            <p:ph type="title"/>
          </p:nvPr>
        </p:nvSpPr>
        <p:spPr>
          <a:xfrm>
            <a:off x="954134" y="319825"/>
            <a:ext cx="7256804" cy="505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IN" sz="3200"/>
              <a:t>Cont..</a:t>
            </a:r>
            <a:endParaRPr b="1" sz="3200"/>
          </a:p>
        </p:txBody>
      </p:sp>
      <p:sp>
        <p:nvSpPr>
          <p:cNvPr id="167" name="Google Shape;167;p15"/>
          <p:cNvSpPr txBox="1"/>
          <p:nvPr/>
        </p:nvSpPr>
        <p:spPr>
          <a:xfrm>
            <a:off x="954134" y="1171793"/>
            <a:ext cx="9132258" cy="3693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FileOutputStream 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Writes </a:t>
            </a:r>
            <a:r>
              <a:rPr b="1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raw bytes </a:t>
            </a: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a file. 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Ideal for writing binary content.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Methods: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void write(int b) // writes one byte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void write(byte[] b) // writes byte array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void close()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FileOutputStream fos = new FileOutputStream("file.txt");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fos.write("Hello World".getBytes());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fos.close(); </a:t>
            </a:r>
            <a:endParaRPr sz="1400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6"/>
          <p:cNvSpPr txBox="1"/>
          <p:nvPr>
            <p:ph type="title"/>
          </p:nvPr>
        </p:nvSpPr>
        <p:spPr>
          <a:xfrm>
            <a:off x="954134" y="227493"/>
            <a:ext cx="7256804" cy="6899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 2. Character Streams </a:t>
            </a:r>
            <a:endParaRPr b="1" sz="3200"/>
          </a:p>
        </p:txBody>
      </p:sp>
      <p:sp>
        <p:nvSpPr>
          <p:cNvPr id="173" name="Google Shape;173;p16"/>
          <p:cNvSpPr txBox="1"/>
          <p:nvPr/>
        </p:nvSpPr>
        <p:spPr>
          <a:xfrm>
            <a:off x="954134" y="1171793"/>
            <a:ext cx="9132258" cy="1846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🔸 2. Character Streams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Used to handle </a:t>
            </a:r>
            <a:r>
              <a:rPr b="1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text data (characters)</a:t>
            </a: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Superclass: </a:t>
            </a: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Reader and Writer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4" name="Google Shape;174;p16"/>
          <p:cNvGraphicFramePr/>
          <p:nvPr/>
        </p:nvGraphicFramePr>
        <p:xfrm>
          <a:off x="1229567" y="294035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{B8CA39C7-F734-4E94-9015-CB5350407C09}</a:tableStyleId>
              </a:tblPr>
              <a:tblGrid>
                <a:gridCol w="4064000"/>
                <a:gridCol w="40640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IN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Reader (Abstract Class) </a:t>
                      </a:r>
                      <a:r>
                        <a:rPr b="0" i="0" lang="en-IN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	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IN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Writer (Abstract Class) </a:t>
                      </a:r>
                      <a:r>
                        <a:rPr b="0" i="0" lang="en-IN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	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 class for all character input streams. 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80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 class for all character output streams. 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IN" sz="180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Common Methods: </a:t>
                      </a:r>
                      <a:r>
                        <a:rPr b="0" i="0" lang="en-IN" sz="180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	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80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 read()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80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 read(char[] cbuf)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80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void close() 	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IN" sz="180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Common Methods: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80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void write(int c)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80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void write(char[] cbuf)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80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void write(String str)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80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void close() 	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"/>
          <p:cNvSpPr txBox="1"/>
          <p:nvPr>
            <p:ph type="title"/>
          </p:nvPr>
        </p:nvSpPr>
        <p:spPr>
          <a:xfrm>
            <a:off x="954133" y="340247"/>
            <a:ext cx="7620699" cy="4437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IN" sz="2800"/>
              <a:t>Input Stream Reader</a:t>
            </a:r>
            <a:endParaRPr b="1" sz="2800"/>
          </a:p>
        </p:txBody>
      </p:sp>
      <p:sp>
        <p:nvSpPr>
          <p:cNvPr id="180" name="Google Shape;180;p17"/>
          <p:cNvSpPr txBox="1"/>
          <p:nvPr/>
        </p:nvSpPr>
        <p:spPr>
          <a:xfrm>
            <a:off x="786182" y="1194911"/>
            <a:ext cx="9132258" cy="47397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Bridges byte streams to character streams</a:t>
            </a: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Converts bytes from an InputStream into characters using a character encoding.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Constructor: 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InputStreamReader(InputStream in) 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InputStreamReader(InputStream in, String charsetName) 	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FileInputStream fis = new FileInputStream("file.txt"); 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InputStreamReader isr = new InputStreamReader(fis); 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 ch = isr.read(); 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while(ch != -1) { 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System.out.print((char) ch); 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 = isr.read(); 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 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isr.close(); 	</a:t>
            </a:r>
            <a:endParaRPr b="0" i="0" sz="1400" u="none" cap="none" strike="noStrike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8"/>
          <p:cNvSpPr txBox="1"/>
          <p:nvPr>
            <p:ph type="title"/>
          </p:nvPr>
        </p:nvSpPr>
        <p:spPr>
          <a:xfrm>
            <a:off x="954133" y="340247"/>
            <a:ext cx="7620699" cy="4437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IN" sz="2800"/>
              <a:t>Output Stream Writer class</a:t>
            </a:r>
            <a:endParaRPr b="1" sz="2800"/>
          </a:p>
        </p:txBody>
      </p:sp>
      <p:sp>
        <p:nvSpPr>
          <p:cNvPr id="186" name="Google Shape;186;p18"/>
          <p:cNvSpPr txBox="1"/>
          <p:nvPr/>
        </p:nvSpPr>
        <p:spPr>
          <a:xfrm>
            <a:off x="954134" y="1171793"/>
            <a:ext cx="9132258" cy="3631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Bridges character streams to byte streams</a:t>
            </a: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Converts characters into bytes using a specified encoding.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Constructor: 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OutputStreamWriter(OutputStream out) 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OutputStreamWriter(OutputStream out, String charsetName)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FileOutputStream fos = new FileOutputStream("file.txt"); 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OutputStreamWriter osw = new OutputStreamWriter(fos); 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osw.write("Hello Java"); 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osw.close(); 	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"/>
          <p:cNvSpPr txBox="1"/>
          <p:nvPr>
            <p:ph type="title"/>
          </p:nvPr>
        </p:nvSpPr>
        <p:spPr>
          <a:xfrm>
            <a:off x="954133" y="238138"/>
            <a:ext cx="7835304" cy="6899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IN" sz="2800"/>
              <a:t>BufferedReader and BufferedWriter </a:t>
            </a:r>
            <a:r>
              <a:rPr lang="en-IN"/>
              <a:t>	</a:t>
            </a:r>
            <a:endParaRPr b="1" sz="2800"/>
          </a:p>
        </p:txBody>
      </p:sp>
      <p:sp>
        <p:nvSpPr>
          <p:cNvPr id="192" name="Google Shape;192;p19"/>
          <p:cNvSpPr txBox="1"/>
          <p:nvPr/>
        </p:nvSpPr>
        <p:spPr>
          <a:xfrm>
            <a:off x="954133" y="1162462"/>
            <a:ext cx="9132258" cy="5355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BufferedReader and BufferedWriter make reading and writing </a:t>
            </a: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text files</a:t>
            </a: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faster.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BufferedReader</a:t>
            </a: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lets you read text </a:t>
            </a: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 by line</a:t>
            </a: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with readLine().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java.io.BufferedReader;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java.io.FileReader;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java.io.IOException;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public class BufferedReaderExample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public static void main(String[] args)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// Use try-with-resources to ensure the reader is closed automatically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try (BufferedReader br = new BufferedReader(new FileReader("example.txt")))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    String line;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    // The readLine() method reads a line of text at a time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    while ((line = br.readLine()) != null)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        System.out.println(line);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   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} catch (IOException e)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    System.out.println("Error reading file: " + e.getMessage());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0"/>
          <p:cNvSpPr txBox="1"/>
          <p:nvPr>
            <p:ph type="title"/>
          </p:nvPr>
        </p:nvSpPr>
        <p:spPr>
          <a:xfrm>
            <a:off x="954133" y="238138"/>
            <a:ext cx="7835304" cy="6899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IN" sz="2800"/>
              <a:t>BufferedReader and BufferedWriter </a:t>
            </a:r>
            <a:r>
              <a:rPr lang="en-IN"/>
              <a:t>	</a:t>
            </a:r>
            <a:endParaRPr b="1" sz="2800"/>
          </a:p>
        </p:txBody>
      </p:sp>
      <p:sp>
        <p:nvSpPr>
          <p:cNvPr id="198" name="Google Shape;198;p20"/>
          <p:cNvSpPr txBox="1"/>
          <p:nvPr/>
        </p:nvSpPr>
        <p:spPr>
          <a:xfrm>
            <a:off x="954133" y="1162462"/>
            <a:ext cx="9132258" cy="53245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BufferedWriter</a:t>
            </a: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lets you write text efficiently and add new lines with newLine().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java.io.BufferedWriter;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java.io.FileWriter;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java.io.IOException;</a:t>
            </a:r>
            <a:b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public class BufferedWriterExample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public static void main(String[] args)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String[] lines = {"Line one", "Line two", "Line three"};</a:t>
            </a:r>
            <a:b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// Use try-with-resources to ensure the writer is closed automatically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try (BufferedWriter bw = new BufferedWriter(new FileWriter("output.txt")))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    for (String line : lines)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        bw.write(line);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        bw.newLine(); // Writes a line separator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   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} catch (IOException e)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    System.out.println("Error writing to file: " + e.getMessage());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2023-12-05T07:58:57Z</dcterms:created>
  <dc:creator>admin</dc:creator>
</cp:coreProperties>
</file>